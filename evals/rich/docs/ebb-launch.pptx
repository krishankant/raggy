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 embargo lifts at 09:00 on launch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 drops to about 70 km with 80 kg in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price list has the full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Ebb E-Cargo 2026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day: 21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4,950 credits at launch, including assembly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 to 90 km on Eco with no cargo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Harbour blue, Sand and Charcoal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pricing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Bikes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 per bike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4,950 credits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4,450 credits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Dealer training in the week of 7 April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Ebb E-Cargo 2026 launch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