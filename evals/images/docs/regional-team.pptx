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regional team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91440"/>
            <a:ext cx="812800" cy="812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45920"/>
            <a:ext cx="7315200" cy="38039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Questions?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91440"/>
            <a:ext cx="812800" cy="812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